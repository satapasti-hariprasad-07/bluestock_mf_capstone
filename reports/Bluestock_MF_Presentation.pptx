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BLUESTOCK FINTECH</a:t>
            </a:r>
          </a:p>
          <a:p>
            <a:pPr>
              <a:defRPr sz="3200" b="1">
                <a:solidFill>
                  <a:srgbClr val="1E3A8A"/>
                </a:solidFill>
              </a:defRPr>
            </a:pPr>
            <a:r>
              <a:t>Mutual Fund Analytics Platform</a:t>
            </a:r>
          </a:p>
          <a:p>
            <a:pPr>
              <a:defRPr sz="1600">
                <a:solidFill>
                  <a:srgbClr val="6B7280"/>
                </a:solidFill>
              </a:defRPr>
            </a:pPr>
            <a:r>
              <a:t>Comprehensive 7-Day Capstone Presentation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1. 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Mutual fund investors face fragmented data across fund houses and benchmarks.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Difficulty analyzing risk-adjusted returns (Sharpe, Sortino, Alpha, Beta).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Objective: Build an end-to-end analytics platform from raw datasets to interactive dashboards.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Implement automated ETL, star schema database, risk analytics, and fund recommendation.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2. Data Sources &amp; Authenticity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Integrated 10 core mutual fund datasets (87,000+ total records).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Anchored to public data: Fund master, NAV history, AUM, SIP growth, portfolio holdings.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Investor transaction data synthetically generated for privacy compliance.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Data quality validation ensures 0 missing NAVs and standardized schemas.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3.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Data Ingestion: Raw CSV extraction &amp; Live NAV API fetcher (`mfapi.in`).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Data Cleaning: Standardization, duplicate removal, forward-filling NAVs.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Data Storage: SQLite Star Schema DB (`dim_fund`, `dim_date`, 8 fact tables).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Analytics &amp; BI: Python (`Pandas`, `NumPy`, `SciPy`), Streamlit Dashboard, ReportLab 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4. EDA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Industry AUM exceeds ₹45 Lakh Crore.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Monthly SIP inflows show constant positive trajectory exceeding ₹19,000 Cr.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Folio count growth driven primarily by retail equity investments.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Top 5 fund houses dominate over 65% of total industry AUM.</a:t>
            </a:r>
          </a:p>
        </p:txBody>
      </p:sp>
      <p:pic>
        <p:nvPicPr>
          <p:cNvPr id="4" name="Picture 3" descr="sip_inflow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347472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5. Category &amp; Sector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Equity &amp; Small Cap funds yielded highest 3-Year CAGR returns (18% - 24%).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Banking, Financial Services, IT, and Oil &amp; Gas represent top sector holdings.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Sector Concentration HHI indicates well-diversified portfolios across major funds.</a:t>
            </a:r>
          </a:p>
        </p:txBody>
      </p:sp>
      <p:pic>
        <p:nvPicPr>
          <p:cNvPr id="4" name="Picture 3" descr="sector_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3474720" cy="2084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6. Performance Analytics &amp;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Calculated 1Yr, 3Yr CAGR, 5Yr CAGR, Sharpe, and Sortino ratios.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Developed Composite Fund Scorecard (0-100 score).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Weights: 30% 3Yr Return, 25% Sharpe, 20% Alpha, 15% Expense Ratio (inv), 10% Max DD (inv).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Identified top-performing funds across equity, debt, and hybrid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7. Risk &amp; Benchmark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Annualized Volatility (Std Dev) ranges from 11% to 22%.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Historical 95% VaR ranges between 1.1% and 2.4% daily.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Alpha analysis shows top funds outperforming Nifty 100 benchmark by +2.4% to +6.8%.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Maximum Drawdown analysis highlights resilience during market pullbacks.</a:t>
            </a:r>
          </a:p>
        </p:txBody>
      </p:sp>
      <p:pic>
        <p:nvPicPr>
          <p:cNvPr id="4" name="Picture 3" descr="risk_return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3474720" cy="20848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8. Interactive Streamlit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Developed 4-page interactive Streamlit web dashboard (`dashboard/app.py`).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Page 1: Industry Overview &amp; Macro KPIs.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Page 2: Fund Performance, Risk Scatter &amp; Composite Scorecard.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Page 3: Investor Analytics &amp; Geographic Splits.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Page 4: SIP &amp; Market Trends with Benchmark Index comparisons.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9. Investor Demographics &amp; Behaviors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T30 cities account for 62% of investment volume; B30 locations expanding rapidly.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Investors aged 26-35 lead new monthly SIP account creation.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SIP continuity analysis flagged at-risk investors with transaction gap &gt; 35 days.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Investor cohort retention remains strong at 78% for recent 2022-2024 cohorts.</a:t>
            </a:r>
          </a:p>
        </p:txBody>
      </p:sp>
      <p:pic>
        <p:nvPicPr>
          <p:cNvPr id="4" name="Picture 3" descr="geographic_trans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347472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10. Key Findings &amp; 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1. Promote High-Sharpe, low-cost Direct plan schemes to retail investors.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2. Expand digital distribution in B30 cities to accelerate retail growth.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3. Deploy automated SIP gap notifications to minimize investor drop-offs.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4. Leverage transparent rule-based recommendation model for investor guidance.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11. Conclusion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Completed submission-ready 7-Day Mutual Fund Analytics Platform.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Integrated ETL pipelines, SQLite star schema DB, Python analytics, Streamlit dashboard.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Generated automated 24-section PDF Final Report and PowerPoint deck.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